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6"/>
  </p:handoutMasterIdLst>
  <p:sldIdLst>
    <p:sldId id="257" r:id="rId2"/>
    <p:sldId id="288" r:id="rId3"/>
    <p:sldId id="289" r:id="rId4"/>
    <p:sldId id="29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81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4205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34F40CD-D663-2FDB-91B1-F5854C5C48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403647-3F5D-A7C9-B64F-3B2569890B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4061C6-1095-41E4-80EF-4C996BA650F3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7A8A31-763A-18ED-762A-1723E13CD2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9A5E53-5278-2E84-449A-9E61C47D01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A8AFB6-2FC6-4C17-9110-B885F5229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7670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59F9A-0DA1-7823-2F7E-0156E20446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E1607-BADD-DFC9-764E-39635F96F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C75F2-5EC0-06F1-00B7-91465FEA0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CC6ED884-BEF7-4E00-9A79-457C34F2B7CD}" type="datetimeFigureOut">
              <a:rPr lang="en-US" smtClean="0"/>
              <a:pPr/>
              <a:t>5/30/2026</a:t>
            </a:fld>
            <a:endParaRPr 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2AD88-D7BF-F1DD-B9D9-4DF81E9F9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76DB2-5A66-B0C1-F6B2-EB04A3CEB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08BAC0F2-0BFB-44F6-BB7C-1512C62A940D}" type="slidenum">
              <a:rPr lang="en-US" smtClean="0"/>
              <a:pPr/>
              <a:t>‹#›</a:t>
            </a:fld>
            <a:endParaRPr 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450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CF747F-8DCB-7DC5-EE2D-B457A1417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CC6ED884-BEF7-4E00-9A79-457C34F2B7CD}" type="datetimeFigureOut">
              <a:rPr lang="en-US" smtClean="0"/>
              <a:pPr/>
              <a:t>5/30/2026</a:t>
            </a:fld>
            <a:endParaRPr 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0ED709-098E-69B9-95F8-C2DE5A8FC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A378E-3301-AF86-E365-9BEE334AE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08BAC0F2-0BFB-44F6-BB7C-1512C62A940D}" type="slidenum">
              <a:rPr lang="en-US" smtClean="0"/>
              <a:pPr/>
              <a:t>‹#›</a:t>
            </a:fld>
            <a:endParaRPr 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412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5712F8-B85C-4F90-2701-2D8F15F99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099BB-C938-AFEF-0270-277442886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D45D5-CEAF-3704-E383-CE3C9679E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CC6ED884-BEF7-4E00-9A79-457C34F2B7CD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B6B38-4D11-C32E-B752-791EFCCEB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EE713-B65D-3FFB-A0BB-EAED2C45E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08BAC0F2-0BFB-44F6-BB7C-1512C62A94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160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/>
          <a:ea typeface="Microsoft YaHei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/>
          <a:ea typeface="Microsoft YaHei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/>
          <a:ea typeface="Microsoft YaHei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/>
          <a:ea typeface="Microsoft YaHei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21A99-6347-0463-C46A-63C2D9258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8599950-33E6-0272-B8FD-30B65FDF73C1}"/>
              </a:ext>
            </a:extLst>
          </p:cNvPr>
          <p:cNvSpPr txBox="1"/>
          <p:nvPr/>
        </p:nvSpPr>
        <p:spPr>
          <a:xfrm>
            <a:off x="5388096" y="1944733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标题</a:t>
            </a:r>
            <a:endParaRPr lang="en-US" sz="4800" b="1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344B44-275E-12EC-FEA2-2B0BE70F7730}"/>
              </a:ext>
            </a:extLst>
          </p:cNvPr>
          <p:cNvSpPr txBox="1"/>
          <p:nvPr/>
        </p:nvSpPr>
        <p:spPr>
          <a:xfrm>
            <a:off x="5695873" y="303325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姓名</a:t>
            </a:r>
            <a:endParaRPr lang="en-US" sz="2400" b="1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B5AD7-9FEC-DD3E-ECFA-464BCB8E5793}"/>
              </a:ext>
            </a:extLst>
          </p:cNvPr>
          <p:cNvSpPr txBox="1"/>
          <p:nvPr/>
        </p:nvSpPr>
        <p:spPr>
          <a:xfrm>
            <a:off x="5539911" y="3610339"/>
            <a:ext cx="1112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单位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71AA36-D736-EE43-F70B-4D25EE5814B7}"/>
              </a:ext>
            </a:extLst>
          </p:cNvPr>
          <p:cNvSpPr txBox="1"/>
          <p:nvPr/>
        </p:nvSpPr>
        <p:spPr>
          <a:xfrm>
            <a:off x="4708426" y="4444948"/>
            <a:ext cx="2775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XX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XX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XX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158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9B34E-75E3-C64C-C029-B342F4641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D848EA2-240B-8A32-CF0F-C215C601E134}"/>
              </a:ext>
            </a:extLst>
          </p:cNvPr>
          <p:cNvSpPr txBox="1"/>
          <p:nvPr/>
        </p:nvSpPr>
        <p:spPr>
          <a:xfrm>
            <a:off x="1091042" y="1759529"/>
            <a:ext cx="1202573" cy="1422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项目</a:t>
            </a:r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项目</a:t>
            </a:r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项目</a:t>
            </a:r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150F7-49BB-2208-6C93-5EA5348A1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340C3-1984-4254-90A8-2369B1CEE353}" type="slidenum">
              <a:rPr lang="en-US" smtClean="0"/>
              <a:t>2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D8F742C-C9E0-E99F-A338-3F4C7650C682}"/>
              </a:ext>
            </a:extLst>
          </p:cNvPr>
          <p:cNvCxnSpPr/>
          <p:nvPr/>
        </p:nvCxnSpPr>
        <p:spPr>
          <a:xfrm>
            <a:off x="509151" y="893615"/>
            <a:ext cx="11159837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2240534-F17D-211F-CA70-95310844CFE5}"/>
              </a:ext>
            </a:extLst>
          </p:cNvPr>
          <p:cNvSpPr txBox="1"/>
          <p:nvPr/>
        </p:nvSpPr>
        <p:spPr>
          <a:xfrm>
            <a:off x="5311190" y="131106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页标题</a:t>
            </a:r>
            <a:endParaRPr lang="en-US" sz="3600" b="1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4510DA-D08A-29DD-4E83-A8E5B5F29FB4}"/>
              </a:ext>
            </a:extLst>
          </p:cNvPr>
          <p:cNvSpPr txBox="1"/>
          <p:nvPr/>
        </p:nvSpPr>
        <p:spPr>
          <a:xfrm>
            <a:off x="311727" y="1080224"/>
            <a:ext cx="1808019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1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副标题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8397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C1AE7-3840-21A1-0922-FC37DB8DA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3F8FB19-8A53-75B9-AABF-D371520CCDEF}"/>
              </a:ext>
            </a:extLst>
          </p:cNvPr>
          <p:cNvSpPr txBox="1"/>
          <p:nvPr/>
        </p:nvSpPr>
        <p:spPr>
          <a:xfrm>
            <a:off x="1215736" y="1740365"/>
            <a:ext cx="1505540" cy="18846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项目</a:t>
            </a:r>
            <a:r>
              <a:rPr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普通</a:t>
            </a:r>
            <a:endParaRPr lang="en-US" altLang="zh-CN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强调</a:t>
            </a:r>
            <a:endParaRPr lang="en-US" altLang="zh-CN" sz="2000" b="1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重要</a:t>
            </a:r>
            <a:endParaRPr lang="en-US" altLang="zh-CN" sz="20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4F878-64C0-AEBE-D9A0-5895BC636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340C3-1984-4254-90A8-2369B1CEE353}" type="slidenum">
              <a:rPr lang="en-US" smtClean="0"/>
              <a:t>3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5C1261A-6FF2-F9B1-DE73-4C0A79FEB72C}"/>
              </a:ext>
            </a:extLst>
          </p:cNvPr>
          <p:cNvCxnSpPr/>
          <p:nvPr/>
        </p:nvCxnSpPr>
        <p:spPr>
          <a:xfrm>
            <a:off x="509151" y="893615"/>
            <a:ext cx="11159837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7C98E8D-1B65-F4ED-75C4-A1D4E87CEF62}"/>
              </a:ext>
            </a:extLst>
          </p:cNvPr>
          <p:cNvSpPr txBox="1"/>
          <p:nvPr/>
        </p:nvSpPr>
        <p:spPr>
          <a:xfrm>
            <a:off x="5311189" y="131106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页标题</a:t>
            </a:r>
            <a:endParaRPr lang="en-US" sz="3600" b="1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B5A6B6-C2D1-34E0-C44F-5EB5AB5005EC}"/>
              </a:ext>
            </a:extLst>
          </p:cNvPr>
          <p:cNvSpPr txBox="1"/>
          <p:nvPr/>
        </p:nvSpPr>
        <p:spPr>
          <a:xfrm>
            <a:off x="311727" y="1080224"/>
            <a:ext cx="1808019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1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副标题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1977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EB1B-CD66-E053-F0CB-910DCB297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DB5B7-4046-A00A-5C34-B9C6E62A7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340C3-1984-4254-90A8-2369B1CEE353}" type="slidenum">
              <a:rPr lang="en-US" smtClean="0"/>
              <a:t>4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F8628FD-CBCA-9815-AB7F-85A1BC63BAF5}"/>
              </a:ext>
            </a:extLst>
          </p:cNvPr>
          <p:cNvCxnSpPr/>
          <p:nvPr/>
        </p:nvCxnSpPr>
        <p:spPr>
          <a:xfrm>
            <a:off x="509151" y="893615"/>
            <a:ext cx="11159837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2135CE2-53BC-1B94-1488-C19107A7F6A7}"/>
              </a:ext>
            </a:extLst>
          </p:cNvPr>
          <p:cNvSpPr txBox="1"/>
          <p:nvPr/>
        </p:nvSpPr>
        <p:spPr>
          <a:xfrm>
            <a:off x="5311189" y="131106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页标题</a:t>
            </a:r>
            <a:endParaRPr lang="en-US" sz="3600" b="1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F5A830-36D9-A2D7-96E0-60CE81E511CD}"/>
              </a:ext>
            </a:extLst>
          </p:cNvPr>
          <p:cNvSpPr txBox="1"/>
          <p:nvPr/>
        </p:nvSpPr>
        <p:spPr>
          <a:xfrm>
            <a:off x="311727" y="1080224"/>
            <a:ext cx="1808019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1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副标题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1453DF-344C-D8AC-AE99-8CDA457E532E}"/>
              </a:ext>
            </a:extLst>
          </p:cNvPr>
          <p:cNvSpPr txBox="1"/>
          <p:nvPr/>
        </p:nvSpPr>
        <p:spPr>
          <a:xfrm>
            <a:off x="1215736" y="1717533"/>
            <a:ext cx="2476500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内容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661864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ao_Font_Style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icrosoft YaHei" panose="02110004020202020204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 panose="02110004020202020204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54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Microsoft YaHei</vt:lpstr>
      <vt:lpstr>Microsoft YaHei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 Yang</dc:creator>
  <cp:lastModifiedBy>Tao Yang</cp:lastModifiedBy>
  <cp:revision>8</cp:revision>
  <dcterms:created xsi:type="dcterms:W3CDTF">2026-05-28T21:58:57Z</dcterms:created>
  <dcterms:modified xsi:type="dcterms:W3CDTF">2026-05-30T21:31:27Z</dcterms:modified>
</cp:coreProperties>
</file>